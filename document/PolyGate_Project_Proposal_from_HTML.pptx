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PolyGate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657600" y="2843784"/>
            <a:ext cx="4873752" cy="0"/>
          </a:xfrm>
          <a:prstGeom prst="line">
            <a:avLst/>
          </a:prstGeom>
          <a:noFill/>
          <a:ln w="17780">
            <a:solidFill>
              <a:srgbClr val="B682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3127248"/>
            <a:ext cx="85496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cloud-native access and governance gateway for multi-model AI applications — one interface, many providers, chosen and scaled under constraint.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172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6C66"/>
                </a:solidFill>
              </a:rPr>
              <a:t>Project proposal  ·  Four-person team  ·  Ten days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303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1097280" y="2002536"/>
            <a:ext cx="9875520" cy="0"/>
          </a:xfrm>
          <a:prstGeom prst="line">
            <a:avLst/>
          </a:prstGeom>
          <a:noFill/>
          <a:ln w="15240">
            <a:solidFill>
              <a:srgbClr val="B682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645920"/>
            <a:ext cx="502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68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828800" y="1618488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Positioning &amp; value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3054096"/>
            <a:ext cx="9875520" cy="0"/>
          </a:xfrm>
          <a:prstGeom prst="line">
            <a:avLst/>
          </a:prstGeom>
          <a:noFill/>
          <a:ln w="15240">
            <a:solidFill>
              <a:srgbClr val="B682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97480"/>
            <a:ext cx="502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68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2670048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97280" y="4105656"/>
            <a:ext cx="9875520" cy="0"/>
          </a:xfrm>
          <a:prstGeom prst="line">
            <a:avLst/>
          </a:prstGeom>
          <a:noFill/>
          <a:ln w="15240">
            <a:solidFill>
              <a:srgbClr val="B682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749040"/>
            <a:ext cx="502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68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3721608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&amp; ten-day plan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3232" y="641908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06C66"/>
                </a:solidFill>
              </a:rPr>
              <a:t>PolyGate · Project Proposal      02/15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1965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68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713232" y="2514600"/>
            <a:ext cx="2926080" cy="0"/>
          </a:xfrm>
          <a:prstGeom prst="line">
            <a:avLst/>
          </a:prstGeom>
          <a:noFill/>
          <a:ln w="15240">
            <a:solidFill>
              <a:srgbClr val="B682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2743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Positioning &amp; value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303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PolyGate is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960120" y="1572768"/>
            <a:ext cx="118872" cy="118872"/>
          </a:xfrm>
          <a:prstGeom prst="ellipse">
            <a:avLst/>
          </a:prstGeom>
          <a:solidFill>
            <a:srgbClr val="B68235"/>
          </a:solidFill>
          <a:ln w="12700">
            <a:solidFill>
              <a:srgbClr val="B682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1417320"/>
            <a:ext cx="78181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an “AI relay” that only forwards model APIs — a platform for accessing and governing many models.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326880" y="1389888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EFE2CA"/>
          </a:solidFill>
          <a:ln w="12700">
            <a:solidFill>
              <a:srgbClr val="EFE2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64040" y="1481328"/>
            <a:ext cx="14173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68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relay → platform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60120" y="2807208"/>
            <a:ext cx="118872" cy="118872"/>
          </a:xfrm>
          <a:prstGeom prst="ellipse">
            <a:avLst/>
          </a:prstGeom>
          <a:solidFill>
            <a:srgbClr val="B68235"/>
          </a:solidFill>
          <a:ln w="12700">
            <a:solidFill>
              <a:srgbClr val="B682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651760"/>
            <a:ext cx="78181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Callers keep one unified interface; the platform selects, switches, and scales providers underneath.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326880" y="2624328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EFE2CA"/>
          </a:solidFill>
          <a:ln w="12700">
            <a:solidFill>
              <a:srgbClr val="EFE2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2715768"/>
            <a:ext cx="14173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68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interface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60120" y="4041648"/>
            <a:ext cx="118872" cy="118872"/>
          </a:xfrm>
          <a:prstGeom prst="ellipse">
            <a:avLst/>
          </a:prstGeom>
          <a:solidFill>
            <a:srgbClr val="B68235"/>
          </a:solidFill>
          <a:ln w="12700">
            <a:solidFill>
              <a:srgbClr val="B682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886200"/>
            <a:ext cx="78181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choice weighs task type, health, latency, price, privacy, and budget — and shows the reasoning.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326880" y="3858768"/>
            <a:ext cx="1691640" cy="502920"/>
          </a:xfrm>
          <a:prstGeom prst="roundRect">
            <a:avLst>
              <a:gd name="adj" fmla="val 14545"/>
            </a:avLst>
          </a:prstGeom>
          <a:solidFill>
            <a:srgbClr val="EFE2CA"/>
          </a:solidFill>
          <a:ln w="12700">
            <a:solidFill>
              <a:srgbClr val="EFE2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64040" y="3950208"/>
            <a:ext cx="1417320" cy="2377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B68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 choice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" y="641908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06C66"/>
                </a:solidFill>
              </a:rPr>
              <a:t>PolyGate · Project Proposal      04/15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" y="822960"/>
            <a:ext cx="27432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68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80160" y="1938528"/>
            <a:ext cx="9509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“A plain relay solves how to reach many models; PolyGate solves how to use them reliably, cheaply, and observably in the cloud.”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79476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06C66"/>
                </a:solidFill>
              </a:rPr>
              <a:t>— the project's one-line thesis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" y="641908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06C66"/>
                </a:solidFill>
              </a:rPr>
              <a:t>PolyGate · Project Proposal      05/15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303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a plain AI relay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2A2926"/>
          </a:solidFill>
          <a:ln w="12700">
            <a:solidFill>
              <a:srgbClr val="2A29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6968" y="1508760"/>
            <a:ext cx="1965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926080" y="1417320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2A2926"/>
          </a:solidFill>
          <a:ln w="12700">
            <a:solidFill>
              <a:srgbClr val="2A29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35808" y="1508760"/>
            <a:ext cx="40233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 AI relay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32320" y="1417320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2A2926"/>
          </a:solidFill>
          <a:ln w="12700">
            <a:solidFill>
              <a:srgbClr val="2A29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42048" y="1508760"/>
            <a:ext cx="40233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PolyGate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1920240"/>
            <a:ext cx="21488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066544"/>
            <a:ext cx="19476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68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1920240"/>
            <a:ext cx="4206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35808" y="2066544"/>
            <a:ext cx="40050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or fixed mapping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32320" y="1920240"/>
            <a:ext cx="4206240" cy="694944"/>
          </a:xfrm>
          <a:prstGeom prst="roundRect">
            <a:avLst>
              <a:gd name="adj" fmla="val 10526"/>
            </a:avLst>
          </a:prstGeom>
          <a:solidFill>
            <a:srgbClr val="F7F1E7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42048" y="2066544"/>
            <a:ext cx="40050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 by task, latency, price, budget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2615184"/>
            <a:ext cx="21488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2761488"/>
            <a:ext cx="19476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68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handling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0" y="2615184"/>
            <a:ext cx="4206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35808" y="2761488"/>
            <a:ext cx="40050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error or blind retry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32320" y="2615184"/>
            <a:ext cx="4206240" cy="694944"/>
          </a:xfrm>
          <a:prstGeom prst="roundRect">
            <a:avLst>
              <a:gd name="adj" fmla="val 10526"/>
            </a:avLst>
          </a:prstGeom>
          <a:solidFill>
            <a:srgbClr val="F7F1E7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42048" y="2761488"/>
            <a:ext cx="40050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checks, breaker, failover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3310128"/>
            <a:ext cx="21488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3456432"/>
            <a:ext cx="19476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68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control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26080" y="3310128"/>
            <a:ext cx="4206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35808" y="3456432"/>
            <a:ext cx="40050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Counts spend after the fact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32320" y="3310128"/>
            <a:ext cx="4206240" cy="694944"/>
          </a:xfrm>
          <a:prstGeom prst="roundRect">
            <a:avLst>
              <a:gd name="adj" fmla="val 10526"/>
            </a:avLst>
          </a:prstGeom>
          <a:solidFill>
            <a:srgbClr val="F7F1E7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2048" y="3456432"/>
            <a:ext cx="40050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check, cheap routing, cache, caps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7240" y="4005072"/>
            <a:ext cx="21488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" y="4151376"/>
            <a:ext cx="19476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68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Scaling &amp; ops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926080" y="4005072"/>
            <a:ext cx="4206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35808" y="4151376"/>
            <a:ext cx="40050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replicas, basic logs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132320" y="4005072"/>
            <a:ext cx="4206240" cy="694944"/>
          </a:xfrm>
          <a:prstGeom prst="roundRect">
            <a:avLst>
              <a:gd name="adj" fmla="val 10526"/>
            </a:avLst>
          </a:prstGeom>
          <a:solidFill>
            <a:srgbClr val="F7F1E7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42048" y="4151376"/>
            <a:ext cx="4005072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HPA on load; Grafana metrics &amp; cost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" y="641908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06C66"/>
                </a:solidFill>
              </a:rPr>
              <a:t>PolyGate · Project Proposal      06/15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1965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68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713232" y="2514600"/>
            <a:ext cx="2926080" cy="0"/>
          </a:xfrm>
          <a:prstGeom prst="line">
            <a:avLst/>
          </a:prstGeom>
          <a:noFill/>
          <a:ln w="15240">
            <a:solidFill>
              <a:srgbClr val="B682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2743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303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868680" y="1353312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408176"/>
            <a:ext cx="1389888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application UI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703320" y="1353312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94760" y="1408176"/>
            <a:ext cx="1389888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 API /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Envoy Gateway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65392" y="1298448"/>
            <a:ext cx="1755648" cy="768096"/>
          </a:xfrm>
          <a:prstGeom prst="roundRect">
            <a:avLst>
              <a:gd name="adj" fmla="val 9524"/>
            </a:avLst>
          </a:prstGeom>
          <a:solidFill>
            <a:srgbClr val="EFE2CA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56832" y="1353312"/>
            <a:ext cx="1572768" cy="676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PolyGate Router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 · cost · decision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372600" y="1325880"/>
            <a:ext cx="18745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1380744"/>
            <a:ext cx="169164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health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probe · breaker · recover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10128" y="301752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3072384"/>
            <a:ext cx="13258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/ budget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22392" y="3017520"/>
            <a:ext cx="1508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3072384"/>
            <a:ext cx="13258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cache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62672" y="297180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54112" y="3026664"/>
            <a:ext cx="11430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API 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308592" y="297180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00032" y="3026664"/>
            <a:ext cx="13258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 Provider 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308592" y="3858768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00032" y="3913632"/>
            <a:ext cx="13258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Mock Provider 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66160" y="5074920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E9E5DE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5129784"/>
            <a:ext cx="210312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&amp; structured logs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Prometheus + Grafana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29400" y="5074920"/>
            <a:ext cx="2148840" cy="658368"/>
          </a:xfrm>
          <a:prstGeom prst="roundRect">
            <a:avLst>
              <a:gd name="adj" fmla="val 11111"/>
            </a:avLst>
          </a:prstGeom>
          <a:solidFill>
            <a:srgbClr val="E9E5DE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5129784"/>
            <a:ext cx="19659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 load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HPA autoscaling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" y="641908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06C66"/>
                </a:solidFill>
              </a:rPr>
              <a:t>PolyGate · Project Proposal      08/15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303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request as a managed workload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2926080" cy="35661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618488"/>
            <a:ext cx="2194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constraints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2057400"/>
            <a:ext cx="2194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task: summary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496312"/>
            <a:ext cx="2194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latency: 3s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2935224"/>
            <a:ext cx="2194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68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max_cost: 0.002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374136"/>
            <a:ext cx="2194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privacy: standard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3813048"/>
            <a:ext cx="2194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quality: balanced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141732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EFE2CA"/>
          </a:solidFill>
          <a:ln w="12700">
            <a:solidFill>
              <a:srgbClr val="EFE2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0832" y="1618488"/>
            <a:ext cx="2194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candidates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34840" y="2103120"/>
            <a:ext cx="118872" cy="118872"/>
          </a:xfrm>
          <a:prstGeom prst="ellipse">
            <a:avLst/>
          </a:prstGeom>
          <a:solidFill>
            <a:srgbClr val="B68235"/>
          </a:solidFill>
          <a:ln w="12700">
            <a:solidFill>
              <a:srgbClr val="B682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2020824"/>
            <a:ext cx="24231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A — high quality, higher price.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34840" y="2606040"/>
            <a:ext cx="118872" cy="118872"/>
          </a:xfrm>
          <a:prstGeom prst="ellipse">
            <a:avLst/>
          </a:prstGeom>
          <a:solidFill>
            <a:srgbClr val="9C6C5B"/>
          </a:solidFill>
          <a:ln w="12700">
            <a:solidFill>
              <a:srgbClr val="9C6C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2523744"/>
            <a:ext cx="24231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B — cheap, lately slower.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34840" y="3108960"/>
            <a:ext cx="118872" cy="118872"/>
          </a:xfrm>
          <a:prstGeom prst="ellipse">
            <a:avLst/>
          </a:prstGeom>
          <a:solidFill>
            <a:srgbClr val="667C8E"/>
          </a:solidFill>
          <a:ln w="12700">
            <a:solidFill>
              <a:srgbClr val="667C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3026664"/>
            <a:ext cx="24231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/ Mock — free, private, limited.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34840" y="3611880"/>
            <a:ext cx="118872" cy="118872"/>
          </a:xfrm>
          <a:prstGeom prst="ellipse">
            <a:avLst/>
          </a:prstGeom>
          <a:solidFill>
            <a:srgbClr val="72816A"/>
          </a:solidFill>
          <a:ln w="12700">
            <a:solidFill>
              <a:srgbClr val="7281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3529584"/>
            <a:ext cx="24231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Cached — an identical prior result.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63840" y="141732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92440" y="1618488"/>
            <a:ext cx="25603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decision card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38160" y="2148840"/>
            <a:ext cx="269748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UI returns the answer plus which model ran, why it won, whether the cache hit, the latency and estimated cost, and any failover.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" y="641908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06C66"/>
                </a:solidFill>
              </a:rPr>
              <a:t>PolyGate · Project Proposal      09/15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303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Cloud-native foundations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7F1E7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618488"/>
            <a:ext cx="4389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Model-aware AI gateway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2011680"/>
            <a:ext cx="443484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06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on price, health, task and user constraints — the direction of the K8s AI Gateway work, at course scale.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55080" y="141732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618488"/>
            <a:ext cx="4389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Multi-provider tolerance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0" y="2011680"/>
            <a:ext cx="443484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06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each model service as a cloud backend; health checks, breaker, retry and failover absorb outages and limits.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47472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675888"/>
            <a:ext cx="4389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Elastic autoscaling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4069080"/>
            <a:ext cx="443484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06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Load-test the stateless gateway and let HPA scale replicas on request and CPU — no second queue architecture.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55080" y="3474720"/>
            <a:ext cx="4892040" cy="1417320"/>
          </a:xfrm>
          <a:prstGeom prst="roundRect">
            <a:avLst>
              <a:gd name="adj" fmla="val 5161"/>
            </a:avLst>
          </a:prstGeom>
          <a:solidFill>
            <a:srgbClr val="F7F1E7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3675888"/>
            <a:ext cx="4389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 &amp; FinOps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0" y="4069080"/>
            <a:ext cx="443484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06C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Prometheus/Grafana on latency, tokens, cost and cache; budget as a first-class constraint with daily caps.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89120" y="5577840"/>
            <a:ext cx="1280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28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5577840"/>
            <a:ext cx="1280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68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efficiency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13232" y="641908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06C66"/>
                </a:solidFill>
              </a:rPr>
              <a:t>PolyGate · Project Proposal      10/15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1965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B68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713232" y="2514600"/>
            <a:ext cx="2926080" cy="0"/>
          </a:xfrm>
          <a:prstGeom prst="line">
            <a:avLst/>
          </a:prstGeom>
          <a:noFill/>
          <a:ln w="15240">
            <a:solidFill>
              <a:srgbClr val="B682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2743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&amp; ten-day plan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303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by priority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105613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1417320"/>
            <a:ext cx="502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B68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P0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737360" y="1399032"/>
            <a:ext cx="2331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68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 1–4 · MUST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297680" y="1371600"/>
            <a:ext cx="66294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AI app, unified OpenAI-compatible gateway, one real + two mock providers, rule routing, Redis exact cache, decision-card UI on Kubernetes.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822960" y="2377440"/>
            <a:ext cx="1056132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560320"/>
            <a:ext cx="502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B68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37360" y="2542032"/>
            <a:ext cx="2331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68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DAYS 5–6 · RELIABILITY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0" y="2514600"/>
            <a:ext cx="66294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checks, retry, circuit breaker and fallback; Prometheus + Grafana dashboard; per-user key, rate limit and daily cost guardrails.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822960" y="3520440"/>
            <a:ext cx="10561320" cy="786384"/>
          </a:xfrm>
          <a:prstGeom prst="roundRect">
            <a:avLst>
              <a:gd name="adj" fmla="val 9302"/>
            </a:avLst>
          </a:prstGeom>
          <a:solidFill>
            <a:srgbClr val="F7F1E7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703320"/>
            <a:ext cx="502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B68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37360" y="3685032"/>
            <a:ext cx="2331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68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7 · PICK ONE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0" y="3657600"/>
            <a:ext cx="66294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Either a Provider CRD the gateway watches, or a hardened HPA load-test showing replicas scale up and recover under a burst.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822960" y="4663440"/>
            <a:ext cx="10561320" cy="786384"/>
          </a:xfrm>
          <a:prstGeom prst="roundRect">
            <a:avLst>
              <a:gd name="adj" fmla="val 9302"/>
            </a:avLst>
          </a:prstGeom>
          <a:solidFill>
            <a:srgbClr val="F7F1E7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846320"/>
            <a:ext cx="5029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B68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737360" y="4828032"/>
            <a:ext cx="2331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68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STRETCH · NOT PROMISED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0" y="4800600"/>
            <a:ext cx="66294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cache, KEDA queue and workers, tenant quota reports — attempted only once P0 and P1 are stable.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713232" y="641908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06C66"/>
                </a:solidFill>
              </a:rPr>
              <a:t>PolyGate · Project Proposal      12/15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303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five-minute demo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914400" y="1417320"/>
            <a:ext cx="47091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5568" y="1655064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68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691640" y="1591056"/>
            <a:ext cx="35661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a summary task with a budget and a latency target.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6309360" y="1417320"/>
            <a:ext cx="47091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10528" y="1655064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68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086600" y="1591056"/>
            <a:ext cx="35661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shows each provider's price, latency and health.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914400" y="2651760"/>
            <a:ext cx="47091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889504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68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2825496"/>
            <a:ext cx="35661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PolyGate routes to the best model and explains why.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309360" y="2651760"/>
            <a:ext cx="47091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2889504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68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86600" y="2825496"/>
            <a:ext cx="35661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Resubmit the same request — exact cache hit, cost saved.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914400" y="3886200"/>
            <a:ext cx="47091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4123944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68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4059936"/>
            <a:ext cx="35661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Force the provider to error — breaker trips, failover fires.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6309360" y="3886200"/>
            <a:ext cx="47091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4123944"/>
            <a:ext cx="411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B68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86600" y="4059936"/>
            <a:ext cx="356616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 request burst — the gateway's HPA scales out.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914400" y="5513832"/>
            <a:ext cx="100584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706C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story, not scattered features: the system scales when load rises, switches when a service fails, saves on repeats — and every decision is observable.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" y="641908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06C66"/>
                </a:solidFill>
              </a:rPr>
              <a:t>PolyGate · Project Proposal      13/15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3035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days, four people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685800" y="1298448"/>
            <a:ext cx="1463040" cy="420624"/>
          </a:xfrm>
          <a:prstGeom prst="roundRect">
            <a:avLst>
              <a:gd name="adj" fmla="val 17391"/>
            </a:avLst>
          </a:prstGeom>
          <a:solidFill>
            <a:srgbClr val="2A2926"/>
          </a:solidFill>
          <a:ln w="12700">
            <a:solidFill>
              <a:srgbClr val="2A29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99032"/>
            <a:ext cx="12801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148840" y="1298448"/>
            <a:ext cx="3886200" cy="420624"/>
          </a:xfrm>
          <a:prstGeom prst="roundRect">
            <a:avLst>
              <a:gd name="adj" fmla="val 17391"/>
            </a:avLst>
          </a:prstGeom>
          <a:solidFill>
            <a:srgbClr val="2A2926"/>
          </a:solidFill>
          <a:ln w="12700">
            <a:solidFill>
              <a:srgbClr val="2A29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40280" y="1399032"/>
            <a:ext cx="37033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035040" y="1298448"/>
            <a:ext cx="5074920" cy="420624"/>
          </a:xfrm>
          <a:prstGeom prst="roundRect">
            <a:avLst>
              <a:gd name="adj" fmla="val 17391"/>
            </a:avLst>
          </a:prstGeom>
          <a:solidFill>
            <a:srgbClr val="2A2926"/>
          </a:solidFill>
          <a:ln w="12700">
            <a:solidFill>
              <a:srgbClr val="2A29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0" y="1399032"/>
            <a:ext cx="48920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1719072"/>
            <a:ext cx="1463040" cy="841248"/>
          </a:xfrm>
          <a:prstGeom prst="roundRect">
            <a:avLst>
              <a:gd name="adj" fmla="val 8696"/>
            </a:avLst>
          </a:prstGeom>
          <a:solidFill>
            <a:srgbClr val="F7F1E7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65376"/>
            <a:ext cx="1261872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B68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920" dirty="0"/>
          </a:p>
          <a:p>
            <a:pPr indent="0" marL="0">
              <a:buNone/>
            </a:pPr>
            <a:r>
              <a:rPr lang="en-US" sz="920" b="1" dirty="0">
                <a:solidFill>
                  <a:srgbClr val="B68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 &amp; POLICY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148840" y="1719072"/>
            <a:ext cx="3886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58568" y="1865376"/>
            <a:ext cx="3685032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API, routing, cost estimate, decision card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719072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1865376"/>
            <a:ext cx="4873752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request explaining why a provider was chosen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2651760"/>
            <a:ext cx="1463040" cy="841248"/>
          </a:xfrm>
          <a:prstGeom prst="roundRect">
            <a:avLst>
              <a:gd name="adj" fmla="val 8696"/>
            </a:avLst>
          </a:prstGeom>
          <a:solidFill>
            <a:srgbClr val="F7F1E7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2798064"/>
            <a:ext cx="1261872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B68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920" dirty="0"/>
          </a:p>
          <a:p>
            <a:pPr indent="0" marL="0">
              <a:buNone/>
            </a:pPr>
            <a:r>
              <a:rPr lang="en-US" sz="920" b="1" dirty="0">
                <a:solidFill>
                  <a:srgbClr val="B68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PROVIDERS &amp; RELIABILITY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2148840" y="2651760"/>
            <a:ext cx="3886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58568" y="2798064"/>
            <a:ext cx="3685032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Real/mock adapters, Redis cache, breaker, fallback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651760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2798064"/>
            <a:ext cx="4873752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Forced A-failure fails over to B next call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3584448"/>
            <a:ext cx="1463040" cy="841248"/>
          </a:xfrm>
          <a:prstGeom prst="roundRect">
            <a:avLst>
              <a:gd name="adj" fmla="val 8696"/>
            </a:avLst>
          </a:prstGeom>
          <a:solidFill>
            <a:srgbClr val="F7F1E7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3730752"/>
            <a:ext cx="1261872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B68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920" dirty="0"/>
          </a:p>
          <a:p>
            <a:pPr indent="0" marL="0">
              <a:buNone/>
            </a:pPr>
            <a:r>
              <a:rPr lang="en-US" sz="920" b="1" dirty="0">
                <a:solidFill>
                  <a:srgbClr val="B68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 &amp; OPS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2148840" y="3584448"/>
            <a:ext cx="3886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58568" y="3730752"/>
            <a:ext cx="3685032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Manifests, Gateway API, HPA, Prometheus/Grafana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3584448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3730752"/>
            <a:ext cx="4873752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from manifests; probes and HPA with proof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" y="4517136"/>
            <a:ext cx="1463040" cy="841248"/>
          </a:xfrm>
          <a:prstGeom prst="roundRect">
            <a:avLst>
              <a:gd name="adj" fmla="val 8696"/>
            </a:avLst>
          </a:prstGeom>
          <a:solidFill>
            <a:srgbClr val="F7F1E7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" y="4663440"/>
            <a:ext cx="1261872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B68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920" dirty="0"/>
          </a:p>
          <a:p>
            <a:pPr indent="0" marL="0">
              <a:buNone/>
            </a:pPr>
            <a:r>
              <a:rPr lang="en-US" sz="920" b="1" dirty="0">
                <a:solidFill>
                  <a:srgbClr val="B682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&amp; NARRATIVE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2148840" y="4517136"/>
            <a:ext cx="38862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58568" y="4663440"/>
            <a:ext cx="3685032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UI, demo controls, load/fault injector, materials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35040" y="4517136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D0C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68" y="4663440"/>
            <a:ext cx="4873752" cy="4754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1F1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stable five-minute demo with backup recording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" y="6419088"/>
            <a:ext cx="10789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06C66"/>
                </a:solidFill>
              </a:rPr>
              <a:t>PolyGate · Project Proposal      14/15</a:t>
            </a:r>
            <a:endParaRPr lang="en-US" sz="7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proposing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657600" y="2843784"/>
            <a:ext cx="4873752" cy="0"/>
          </a:xfrm>
          <a:prstGeom prst="line">
            <a:avLst/>
          </a:prstGeom>
          <a:noFill/>
          <a:ln w="17780">
            <a:solidFill>
              <a:srgbClr val="B682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3127248"/>
            <a:ext cx="85496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01F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cloud-native gateway that gives AI applications reliable, elastic, low-cost and governable access across many uneven model services — built on ordinary CPU cloud and a small API budget.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1722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06C66"/>
                </a:solidFill>
              </a:rPr>
              <a:t>Feedback welcome on scope and topic fit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PolyGate — Project Proposal</dc:title>
  <dc:subject>Converted from HTML proposal</dc:subject>
  <dc:creator>OpenAI</dc:creator>
  <cp:lastModifiedBy>OpenAI</cp:lastModifiedBy>
  <cp:revision>1</cp:revision>
  <dcterms:created xsi:type="dcterms:W3CDTF">2026-07-17T02:31:58Z</dcterms:created>
  <dcterms:modified xsi:type="dcterms:W3CDTF">2026-07-17T02:31:58Z</dcterms:modified>
</cp:coreProperties>
</file>